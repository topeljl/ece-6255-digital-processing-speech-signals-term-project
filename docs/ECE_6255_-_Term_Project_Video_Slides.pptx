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Speech segmentation: Voiced / Unvoiced / Silence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ECE 6255 — B.H. Juang — Team: Topel, Cruz, Ritz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Goal: label each short-time frame as silence, voiced, or unvoiced.</a:t>
            </a:r>
          </a:p>
          <a:p>
            <a:pPr>
              <a:defRPr sz="2000"/>
            </a:pPr>
            <a:r>
              <a:t>Why: front-end for recognition, coding, and analysis.</a:t>
            </a:r>
          </a:p>
          <a:p>
            <a:pPr>
              <a:defRPr sz="2000"/>
            </a:pPr>
            <a:r>
              <a:t>Approach: STE + ZCR + autocorrelation pitch strength; classical DSP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STE E = (1/N) Σ x_w² — high for voiced, very low for silence.</a:t>
            </a:r>
          </a:p>
          <a:p>
            <a:pPr>
              <a:defRPr sz="2000"/>
            </a:pPr>
            <a:r>
              <a:t>ZCR — high for noise-like unvoiced fricatives; lower for periodic voiced.</a:t>
            </a:r>
          </a:p>
          <a:p>
            <a:pPr>
              <a:defRPr sz="2000"/>
            </a:pPr>
            <a:r>
              <a:t>R(k) peak in pitch lag range → periodicity → voiced.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Frame: ~25 ms, Hamming, ~10 ms hop.</a:t>
            </a:r>
          </a:p>
          <a:p>
            <a:pPr>
              <a:defRPr sz="2000"/>
            </a:pPr>
            <a:r>
              <a:t>Features per frame → adaptive thresholds → 3-class labels.</a:t>
            </a:r>
          </a:p>
          <a:p>
            <a:pPr>
              <a:defRPr sz="2000"/>
            </a:pPr>
            <a:r>
              <a:t>Median filter + min run merge → optional boundary heuristics.</a:t>
            </a:r>
          </a:p>
          <a:p>
            <a:pPr>
              <a:defRPr sz="2000"/>
            </a:pPr>
            <a:r>
              <a:t>Plots + export to results/.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(MATLAB)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main.m — entry, file dialog.</a:t>
            </a:r>
          </a:p>
          <a:p>
            <a:pPr>
              <a:defRPr sz="2000"/>
            </a:pPr>
            <a:r>
              <a:t>compute_features.m — STE, ZCR, pitch strength.</a:t>
            </a:r>
          </a:p>
          <a:p>
            <a:pPr>
              <a:defRPr sz="2000"/>
            </a:pPr>
            <a:r>
              <a:t>classify_frames.m + smooth_labels.m — decisions + medfilt1.</a:t>
            </a:r>
          </a:p>
          <a:p>
            <a:pPr>
              <a:defRPr sz="2000"/>
            </a:pPr>
            <a:r>
              <a:t>params.m — all tunables in one 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Adaptive thresholds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Silence: STE below a low percentile of the utterance.</a:t>
            </a:r>
          </a:p>
          <a:p>
            <a:pPr>
              <a:defRPr sz="2000"/>
            </a:pPr>
            <a:r>
              <a:t>Speech mask from STE quantile drives ZCR statistics.</a:t>
            </a:r>
          </a:p>
          <a:p>
            <a:pPr>
              <a:defRPr sz="2000"/>
            </a:pPr>
            <a:r>
              <a:t>Voiced: high autocorr peak + ZCR below adaptive cutoff.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—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Insert figures from results/ after running main.m.</a:t>
            </a:r>
          </a:p>
          <a:p>
            <a:pPr>
              <a:defRPr sz="2000"/>
            </a:pPr>
            <a:r>
              <a:t>Show example1 (speech) and example2 (synthetic regions).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—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Run evaluate_example2.m.</a:t>
            </a:r>
          </a:p>
          <a:p>
            <a:pPr>
              <a:defRPr sz="2000"/>
            </a:pPr>
            <a:r>
              <a:t>Report frame accuracy and 3×3 confusion matrix.</a:t>
            </a:r>
          </a:p>
          <a:p>
            <a:pPr>
              <a:defRPr sz="2000"/>
            </a:pPr>
            <a:r>
              <a:t>Optional: hand labels for more utterances (see evaluation/README.md).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Screen recording: MATLAB → main → pick example_wavs.</a:t>
            </a:r>
          </a:p>
          <a:p>
            <a:pPr>
              <a:defRPr sz="2000"/>
            </a:pPr>
            <a:r>
              <a:t>Full walkthrough in the 12-minute team video.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Median smoothing reduces single-frame errors.</a:t>
            </a:r>
          </a:p>
          <a:p>
            <a:pPr>
              <a:defRPr sz="2000"/>
            </a:pPr>
            <a:r>
              <a:t>Future: spectral flux/centroid, TIMIT comparison, phoneme boundaries.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Rabiner &amp; Schafer, Digital Speech Processing, 2011.</a:t>
            </a:r>
          </a:p>
          <a:p>
            <a:pPr>
              <a:defRPr sz="2000"/>
            </a:pPr>
            <a:r>
              <a:t>ECE 6255 course materials (Juang).</a:t>
            </a:r>
          </a:p>
          <a:p>
            <a:pPr>
              <a:defRPr sz="2000"/>
            </a:pPr>
            <a:r>
              <a:t>Code: https://github.com/TopelJL/ECE-6255-Digital-Processing-Speech-Signals-Term-Project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